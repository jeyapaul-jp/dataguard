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9144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DataGuard</a:t>
            </a:r>
            <a:endParaRPr lang="en-US" sz="6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377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Framework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971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checks for ETL pipelines — config-driven, multi-source, standalone.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66344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Engineering  ·  v1.0  ·  2026-09-28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309360" y="365760"/>
            <a:ext cx="2468880" cy="2468880"/>
          </a:xfrm>
          <a:prstGeom prst="ellipse">
            <a:avLst/>
          </a:prstGeom>
          <a:solidFill>
            <a:srgbClr val="028090">
              <a:alpha val="22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6583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Types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971800"/>
            <a:ext cx="1920240" cy="1920240"/>
          </a:xfrm>
          <a:prstGeom prst="ellipse">
            <a:avLst/>
          </a:prstGeom>
          <a:solidFill>
            <a:srgbClr val="028090">
              <a:alpha val="22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321868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46888"/>
          </a:xfrm>
          <a:prstGeom prst="roundRect">
            <a:avLst>
              <a:gd name="adj" fmla="val 3703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is invisible until it isn't.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validate ETL pipelines by hand — querying source and target separately, comparing counts, spot-checking nulls. This is slow, inconsistent, and unscalable.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41148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9704" y="5760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89704" y="10515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 bottleneck every release and load cycle.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41148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025E73"/>
          </a:solidFill>
          <a:ln w="12700">
            <a:solidFill>
              <a:srgbClr val="025E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21424" y="5760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21424" y="10515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depends on who is checking and how much time they have.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78892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023E5A"/>
          </a:solidFill>
          <a:ln w="12700">
            <a:solidFill>
              <a:srgbClr val="023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9704" y="2953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Repeatability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9704" y="342900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trail, no trend line, no visibility into quality over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278892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012E47"/>
          </a:solidFill>
          <a:ln w="12700">
            <a:solidFill>
              <a:srgbClr val="012E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21424" y="2953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21424" y="342900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— null spikes, partial loads — rarely surface until downstream.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46888"/>
          </a:xfrm>
          <a:prstGeom prst="roundRect">
            <a:avLst>
              <a:gd name="adj" fmla="val 3703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command. Full coverage. Every time.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88720" y="141732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417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71800" y="1700784"/>
            <a:ext cx="82296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Config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89864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checks in YAML or JSON — connection details, check type, thresholds. No code required.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69080" y="141732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69080" y="1417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52160" y="1700784"/>
            <a:ext cx="82296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24028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DataGuard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89864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 command connects to source and target, executes all checks, isolates failures per check.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41732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417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224028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Results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89864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results written to a DB table or file. Any dashboard — Grafana, Tableau, Power BI — can consume them.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46888"/>
          </a:xfrm>
          <a:prstGeom prst="roundRect">
            <a:avLst>
              <a:gd name="adj" fmla="val 3703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TYPES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checks. Every angle covered.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028090">
              <a:alpha val="28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4813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8013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Count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212848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source vs. target row counts. Fails if delta exceeds configured threshold (absolute or %).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37160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028090">
              <a:alpha val="28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1296" y="14813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11296" y="18013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Detection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212848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duplicate rows defined by key columns. Returns sample duplicates on failure.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2784" y="137160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028090">
              <a:alpha val="28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14813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18013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Threshold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2212848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if the null or blank rate for a column exceeds a configured percentage threshold.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11096" y="324612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028090">
              <a:alpha val="28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57400" y="3355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3675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4087368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every source column value exists in the target reference column (FK integrity).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18888" y="324612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028090">
              <a:alpha val="28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65192" y="3355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65192" y="3675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65192" y="4087368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aggregates (sum, count, average) between source and target. Configurable tolerance.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46888"/>
          </a:xfrm>
          <a:prstGeom prst="roundRect">
            <a:avLst>
              <a:gd name="adj" fmla="val 3703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tool. Every source and target.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1627632"/>
          </a:xfrm>
          <a:prstGeom prst="roundRect">
            <a:avLst>
              <a:gd name="adj" fmla="val 6742"/>
            </a:avLst>
          </a:prstGeom>
          <a:solidFill>
            <a:srgbClr val="F3F4F6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087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47218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Databases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6596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ODBC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Server, PostgreSQL, Oracle, and more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560320" cy="1627632"/>
          </a:xfrm>
          <a:prstGeom prst="roundRect">
            <a:avLst>
              <a:gd name="adj" fmla="val 6742"/>
            </a:avLst>
          </a:prstGeom>
          <a:solidFill>
            <a:srgbClr val="F3F4F6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5087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9624" y="147218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96596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Username/password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key-pair authentication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560320" cy="1627632"/>
          </a:xfrm>
          <a:prstGeom prst="roundRect">
            <a:avLst>
              <a:gd name="adj" fmla="val 6742"/>
            </a:avLst>
          </a:prstGeom>
          <a:solidFill>
            <a:srgbClr val="F3F4F6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15087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9984" y="147218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196596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Warehouse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JDBC endpoint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560320" cy="1627632"/>
          </a:xfrm>
          <a:prstGeom prst="roundRect">
            <a:avLst>
              <a:gd name="adj" fmla="val 6742"/>
            </a:avLst>
          </a:prstGeom>
          <a:solidFill>
            <a:srgbClr val="F3F4F6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3375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" y="330098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Files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379476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paths or cloud storage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(S3, Azure Blob, GCS)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154680"/>
            <a:ext cx="2560320" cy="1627632"/>
          </a:xfrm>
          <a:prstGeom prst="roundRect">
            <a:avLst>
              <a:gd name="adj" fmla="val 6742"/>
            </a:avLst>
          </a:prstGeom>
          <a:solidFill>
            <a:srgbClr val="F3F4F6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02152" y="33375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9624" y="330098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 Files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502152" y="379476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paths or cloud storage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(S3, Azure Blob, GCS)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154680"/>
            <a:ext cx="2560320" cy="1627632"/>
          </a:xfrm>
          <a:prstGeom prst="roundRect">
            <a:avLst>
              <a:gd name="adj" fmla="val 6742"/>
            </a:avLst>
          </a:prstGeom>
          <a:solidFill>
            <a:srgbClr val="F3F4F6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33375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9984" y="330098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Files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379476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paths or cloud storage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(S3, Azure Blob, GCS)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8229600" cy="301752"/>
          </a:xfrm>
          <a:prstGeom prst="roundRect">
            <a:avLst>
              <a:gd name="adj" fmla="val 24242"/>
            </a:avLst>
          </a:prstGeom>
          <a:solidFill>
            <a:srgbClr val="D6EB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47365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cloud and on-prem — no cloud-provider SDK required for local deployments  ·  Python 3.9+  ·  pip-installable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46888"/>
          </a:xfrm>
          <a:prstGeom prst="roundRect">
            <a:avLst>
              <a:gd name="adj" fmla="val 3703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OBSERVABILITY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 any dashboard can consume.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52044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Record (per check, per run)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75104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run_id (UUID)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check_name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check_type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—  PASS / FAIL / SKIP / ERROR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actual_value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expected_value / threshold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source_connector  +  target_connector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(ISO-8601)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406908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435608"/>
            <a:ext cx="54864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1435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Schema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18105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only the fields your dashboards need. Override per run via config.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514600"/>
            <a:ext cx="406908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624328"/>
            <a:ext cx="54864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2624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Rows on Failure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29992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Duplicate, Null, and Referential checks write up to N evidence rows alongside the result (default: 5, configurable).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3703320"/>
            <a:ext cx="406908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3813048"/>
            <a:ext cx="54864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813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 by Default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41879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Results Stores accumulate history across runs. Set overwrite: true for per-run replacement.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46888"/>
          </a:xfrm>
          <a:prstGeom prst="roundRect">
            <a:avLst>
              <a:gd name="adj" fmla="val 3703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engineers who own pipelines.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212080" cy="3493008"/>
          </a:xfrm>
          <a:prstGeom prst="roundRect">
            <a:avLst>
              <a:gd name="adj" fmla="val 392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Engineers &amp; QA Testers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4320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whether data loaded completely and correctly — no manual queries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nulls, duplicates, and mismatches before downstream consumers see them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timestamped audit trail without building one themselves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new pipeline in under an hour, no application code required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371600"/>
            <a:ext cx="2834640" cy="3493008"/>
          </a:xfrm>
          <a:prstGeom prst="roundRect">
            <a:avLst>
              <a:gd name="adj" fmla="val 4839"/>
            </a:avLst>
          </a:prstGeom>
          <a:solidFill>
            <a:srgbClr val="F3F4F6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Consumers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60604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and downstream teams who benefit from fewer quality incidents and faster pipeline turnaround — without interacting with DataGuard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46888"/>
          </a:xfrm>
          <a:prstGeom prst="roundRect">
            <a:avLst>
              <a:gd name="adj" fmla="val 3703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v1: ruthlessly scoped.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931920" cy="3547872"/>
          </a:xfrm>
          <a:prstGeom prst="roundRect">
            <a:avLst>
              <a:gd name="adj" fmla="val 3608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3619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29968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checks (YAML / JSON)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 types: Count, Duplicate, Null, Reference, Reconciliation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connectors: SQL, CSV, Parquet, JSON, Snowflake, Databricks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on-prem execution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Results Store (DB table or CSV/JSON file)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rows on failure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invocation + run summary to stdout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 documentation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53312"/>
            <a:ext cx="3931920" cy="3547872"/>
          </a:xfrm>
          <a:prstGeom prst="roundRect">
            <a:avLst>
              <a:gd name="adj" fmla="val 3608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56048" y="153619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(v1)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56048" y="2029968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UI or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streaming validation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or notification routing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anomaly detection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integrations (Airflow, Databricks Jobs SDK)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 detection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/ access control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246888"/>
          </a:xfrm>
          <a:prstGeom prst="roundRect">
            <a:avLst>
              <a:gd name="adj" fmla="val 3703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 this is working.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2633472" cy="3547872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1508760"/>
            <a:ext cx="1737360" cy="1737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" y="157276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hr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2487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36499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Time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822192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runs first full validation suite from scratch using only the docs. Target: 2 teams within 30 days.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1353312"/>
            <a:ext cx="2633472" cy="3547872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3048" y="1508760"/>
            <a:ext cx="1737360" cy="1737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13048" y="157276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2+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2487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36499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Coverage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3822192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check types execute correctly against at least 2 distinct connector type pairs.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2784" y="1353312"/>
            <a:ext cx="2633472" cy="3547872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508760"/>
            <a:ext cx="1737360" cy="1737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157276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487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336499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Isolation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3822192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with one errored check completes all remaining checks and writes results for every check.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82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Counter-metrics: never optimize speed at the cost of correctness; keep config simple enough to explain in one sentence.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is final. The build path from here: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2633472" cy="3108960"/>
          </a:xfrm>
          <a:prstGeom prst="roundRect">
            <a:avLst>
              <a:gd name="adj" fmla="val 4861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901952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57860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3090672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connector layer, check engine, results writer. Resolve Databricks connector approach and Python package structure.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4553712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/bmad-agent-architect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64992" y="1755648"/>
            <a:ext cx="2633472" cy="3108960"/>
          </a:xfrm>
          <a:prstGeom prst="roundRect">
            <a:avLst>
              <a:gd name="adj" fmla="val 4861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1901952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9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257860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Epics &amp; Stories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11296" y="3090672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PRD into implementable epics and user stories with acceptance criteria mapped to each FR.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11296" y="4553712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/bmad-create-epics-and-stories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72784" y="1755648"/>
            <a:ext cx="2633472" cy="3108960"/>
          </a:xfrm>
          <a:prstGeom prst="roundRect">
            <a:avLst>
              <a:gd name="adj" fmla="val 4861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1901952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908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257860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19088" y="3090672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→ implementation. 1 engineer, 1 week target. DataGuard v1 ships.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4553712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/bmad-build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open questions remain in PRD §9 — resolve before architecture proceeds.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2026-09-28T20:55:22Z</dcterms:created>
  <dcterms:modified xsi:type="dcterms:W3CDTF">2026-09-28T20:55:22Z</dcterms:modified>
</cp:coreProperties>
</file>